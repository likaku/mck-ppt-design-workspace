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5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2026年上半年营收渠道分析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渠道结构演变与战略优化建议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战略分析报告  |  2026年7月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27432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6304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执行摘要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0876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核心发现与关键数字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8600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渠道占比变化趋势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1-6月堆叠柱状图分析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各渠道深度分析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15468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线上、线下、合作方三大渠道表现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3192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关键驱动因素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7764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渠道变化背后的核心原因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4754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75488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战略建议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80060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下半年渠道优化方向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492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1520" y="55778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577840"/>
            <a:ext cx="3657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行动计划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623560"/>
            <a:ext cx="5943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具体实施步骤与时间表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722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内部销售数据汇总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线上渠道占比在半年内从 35% 跃升至 62%，成为第一大收入来源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0972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109728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核心发现：线上渠道在 6 个月内完成从第二大渠道到第一大渠道的逆转，占比从 35% 增长至 62%，线下门店从 45% 收缩至 23%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834640" cy="6400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+27pp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83464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线上渠道增长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2834640" cy="320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35%→62%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5647" y="274320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8527" y="2834640"/>
            <a:ext cx="2834640" cy="6400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-22pp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527" y="3474720"/>
            <a:ext cx="283464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线下门店收缩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527" y="3886200"/>
            <a:ext cx="2834640" cy="320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45%→23%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59775" y="274320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42655" y="2834640"/>
            <a:ext cx="2834640" cy="6400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-5pp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655" y="3474720"/>
            <a:ext cx="283464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合作方微降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2655" y="3886200"/>
            <a:ext cx="2834640" cy="320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20%→15%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10728655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13716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关键启示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94960"/>
            <a:ext cx="10180015" cy="6400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线上渠道已成为绝对主力，需持续加大投入以巩固优势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线下门店需重新定位为体验中心，而非主要销售渠道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合作方渠道虽占比下降，但绝对收入保持稳定，可作为补充渠道维护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财务部门月度报表，2026年1-6月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渠道占比变化趋势：线上渠道在 6 个月内从 35% 稳步增长至 62%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各渠道收入占比月度变化（%）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802575" y="1188720"/>
            <a:ext cx="164592" cy="16459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31175" y="1097280"/>
            <a:ext cx="914400" cy="320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线上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9082735" y="1188720"/>
            <a:ext cx="164592" cy="16459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11335" y="1097280"/>
            <a:ext cx="914400" cy="320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线下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62895" y="1188720"/>
            <a:ext cx="164592" cy="1645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91495" y="1097280"/>
            <a:ext cx="914400" cy="320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合作方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2910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366260"/>
            <a:ext cx="999713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20440"/>
            <a:ext cx="999713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53746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674620"/>
            <a:ext cx="999713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169164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1828800"/>
            <a:ext cx="999713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463040" y="5212080"/>
            <a:ext cx="999713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66950" y="4027932"/>
            <a:ext cx="658368" cy="118414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66950" y="4027932"/>
            <a:ext cx="658368" cy="1184148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6950" y="2505456"/>
            <a:ext cx="658368" cy="152247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66950" y="2505456"/>
            <a:ext cx="658368" cy="1522476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6950" y="1828800"/>
            <a:ext cx="658368" cy="67665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66950" y="1828800"/>
            <a:ext cx="658368" cy="676656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800"/>
            <a:ext cx="1666189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3139" y="3858768"/>
            <a:ext cx="658368" cy="135331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33139" y="3858768"/>
            <a:ext cx="658368" cy="1353312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3139" y="2505456"/>
            <a:ext cx="658368" cy="135331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33139" y="2505456"/>
            <a:ext cx="658368" cy="1353312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3139" y="1828800"/>
            <a:ext cx="658368" cy="67665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33139" y="1828800"/>
            <a:ext cx="658368" cy="676656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29229" y="5257800"/>
            <a:ext cx="1666189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99328" y="3588105"/>
            <a:ext cx="658368" cy="162397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99328" y="3588105"/>
            <a:ext cx="658368" cy="1623974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9328" y="2505456"/>
            <a:ext cx="658368" cy="1082649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99328" y="2505456"/>
            <a:ext cx="658368" cy="1082649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99328" y="1828800"/>
            <a:ext cx="658368" cy="67665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99328" y="1828800"/>
            <a:ext cx="658368" cy="676656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95418" y="5257800"/>
            <a:ext cx="1666189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65518" y="3452774"/>
            <a:ext cx="658368" cy="175930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65518" y="3452774"/>
            <a:ext cx="658368" cy="1759305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65518" y="2505456"/>
            <a:ext cx="658368" cy="947318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65518" y="2505456"/>
            <a:ext cx="658368" cy="947318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5518" y="1828800"/>
            <a:ext cx="658368" cy="67665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65518" y="1828800"/>
            <a:ext cx="658368" cy="676656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1607" y="5257800"/>
            <a:ext cx="1666189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31707" y="3249777"/>
            <a:ext cx="658368" cy="196230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31707" y="3249777"/>
            <a:ext cx="658368" cy="1962302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31707" y="2403957"/>
            <a:ext cx="658368" cy="8458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31707" y="2403957"/>
            <a:ext cx="658368" cy="84582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31707" y="1828800"/>
            <a:ext cx="658368" cy="57515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31707" y="1828800"/>
            <a:ext cx="658368" cy="575157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27796" y="5257800"/>
            <a:ext cx="1666189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97896" y="3114446"/>
            <a:ext cx="658368" cy="2097633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97896" y="3114446"/>
            <a:ext cx="658368" cy="2097633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62%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97896" y="2336292"/>
            <a:ext cx="658368" cy="77815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297896" y="2336292"/>
            <a:ext cx="658368" cy="778154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97896" y="1828800"/>
            <a:ext cx="658368" cy="5074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97896" y="1828800"/>
            <a:ext cx="658368" cy="507492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93985" y="5257800"/>
            <a:ext cx="1666189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5623560"/>
            <a:ext cx="10728655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05840" y="5623560"/>
            <a:ext cx="1371600" cy="6858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关键发现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0320" y="5623560"/>
            <a:ext cx="8625535" cy="68580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线上渠道占比从 1 月的 35% 稳步增长至 6 月的 62%，半年提升 27 个百分点；线下门店同期从 45% 收缩至 23%，渠道格局发生根本性逆转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财务部门月度报表，2026年1-6月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三大渠道各有不同发展态势，需差异化策略应对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26464"/>
            <a:ext cx="3200400" cy="4389120"/>
          </a:xfrm>
          <a:prstGeom prst="rect">
            <a:avLst/>
          </a:prstGeom>
          <a:solidFill>
            <a:srgbClr val="E8EBE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83464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线上渠道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834640" cy="3200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占比：35% → 62%（+27pp）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月均增长率：约 10%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核心驱动：直播带货 + 社交裂变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用户画像：25-35岁为主力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客单价：¥280（同比+15%）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647" y="1371600"/>
            <a:ext cx="320040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95647" y="1426464"/>
            <a:ext cx="3200400" cy="438912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8527" y="1554480"/>
            <a:ext cx="283464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线下门店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8527" y="210312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78527" y="2286000"/>
            <a:ext cx="2834640" cy="3200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占比：45% → 23%（-22pp）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门店数量：从 120 家精简至 85 家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坪效：同比下降 18%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客流量：月均下降 12%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优势：高客单价（¥520）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59775" y="1371600"/>
            <a:ext cx="320040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59775" y="1426464"/>
            <a:ext cx="320040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2655" y="1554480"/>
            <a:ext cx="283464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合作方渠道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2655" y="210312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2655" y="2286000"/>
            <a:ext cx="2834640" cy="3200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占比：20% → 15%（-5pp）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合作商数量：维持 35 家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绝对收入：基本持平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账期：平均 45 天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利润率：低于自营 8pp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各事业部月度经营报告，2026年H1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四大因素驱动渠道结构变化：数字化转型是核心推动力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71600"/>
            <a:ext cx="274320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消费者行为迁移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71600"/>
            <a:ext cx="7040880" cy="8229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后疫情时代线上购物习惯固化，25-35岁消费者中 78% 优先选择线上渠道，移动端占比超过 85%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274320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数字化营销投入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06040"/>
            <a:ext cx="7040880" cy="8229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上半年数字营销预算同比增加 60%，直播电商 GMV 增长 120%，社交媒体获客成本降低 35%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840480"/>
            <a:ext cx="274320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线下成本压力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840480"/>
            <a:ext cx="7040880" cy="8229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租金同比上涨 12%，人工成本增加 8%，单店盈亏平衡点提高 15%，倒逼门店精简优化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51206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074920"/>
            <a:ext cx="274320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合作方政策调整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074920"/>
            <a:ext cx="7040880" cy="8229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收紧合作商准入门槛，淘汰低效合作方 5 家，聚焦头部合作商提升单产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217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623560"/>
            <a:ext cx="10728655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60"/>
            <a:ext cx="137160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趋势判断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623560"/>
            <a:ext cx="8625535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渠道结构迁移为不可逆趋势，预计到 2026 年底线上渠道占比将达到 70%，线下门店将进一步精简至 60 家左右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战略部行业研究报告，2026年6月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下半年三大战略方向：加速线上、重塑线下、优化合作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26464"/>
            <a:ext cx="32004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26464"/>
            <a:ext cx="2926080" cy="54864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加速线上渠道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75104"/>
            <a:ext cx="32004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2926080" cy="3657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2026 Q3-Q4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926080" cy="2286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投入 ¥2,000万 强化直播矩阵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布局私域流量池（目标 50万会员）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升级 AI 智能推荐引擎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502920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292608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负责人：数字营销部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5647" y="1371600"/>
            <a:ext cx="320040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95647" y="1426464"/>
            <a:ext cx="32004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2807" y="1426464"/>
            <a:ext cx="2926080" cy="54864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重塑线下体验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5647" y="1975104"/>
            <a:ext cx="32004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2807" y="1975104"/>
            <a:ext cx="2926080" cy="3657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2026 Q3-Q4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2560320"/>
            <a:ext cx="2926080" cy="2286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关闭 25 家低效门店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核心门店升级为"体验+服务"中心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线上线下会员体系打通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9967" y="502920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32807" y="5212080"/>
            <a:ext cx="292608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负责人：零售运营部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59775" y="1371600"/>
            <a:ext cx="320040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59775" y="1426464"/>
            <a:ext cx="32004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6935" y="1426464"/>
            <a:ext cx="2926080" cy="54864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优化合作网络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59775" y="1975104"/>
            <a:ext cx="32004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6935" y="1975104"/>
            <a:ext cx="2926080" cy="3657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2026 H2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6935" y="2560320"/>
            <a:ext cx="2926080" cy="2286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聚焦 Top 15 核心合作商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建立联合营销机制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优化账期至 30 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34095" y="502920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6935" y="5212080"/>
            <a:ext cx="292608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负责人：渠道管理部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战略委员会决议，2026年7月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拥抱渠道变革，赢得增长先机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线上渠道已成为未来增长的核心引擎</a:t>
            </a:r>
            <a:br/>
            <a:r>
              <a:rPr>
                <a:ea typeface="KaiTi"/>
              </a:rPr>
              <a:t>以数据驱动决策，以体验重塑线下</a:t>
            </a:r>
            <a:br/>
            <a:r>
              <a:rPr>
                <a:ea typeface="KaiTi"/>
              </a:rPr>
              <a:t>构建全渠道协同的新零售格局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27432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480</Words>
  <Application>Microsoft Macintosh PowerPoint</Application>
  <PresentationFormat>Widescreen</PresentationFormat>
  <Paragraphs>141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KaiTi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T177830</cp:lastModifiedBy>
  <cp:revision>2</cp:revision>
  <dcterms:created xsi:type="dcterms:W3CDTF">2013-01-27T09:14:16Z</dcterms:created>
  <dcterms:modified xsi:type="dcterms:W3CDTF">2026-03-12T17:11:32Z</dcterms:modified>
  <cp:category/>
</cp:coreProperties>
</file>